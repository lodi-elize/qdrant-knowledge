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本页用于建立汇报主题：这是一个围绕产品文档构建的 RAG 知识助手。重点不只是演示功能，还会解释为什么需要 RAG、如何降低 AI 幻觉，以及一次问答大致会产生多少 token 消耗。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整份 PPT 分为五个部分。先说明项目解决什么问题，再进入架构和流程，随后解释 AI 幻觉，最后分析 token 成本和后续优化。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普通大模型并不知道企业内部最新产品文档，因此不能直接承担正式产品问答。企业问答尤其强调版本、条款和边界条件，错一个版本就可能产生错误承诺。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本项目的目标是让大模型基于企业提供的官方文档回答问题。RAG 的核心价值是把外部知识在推理时提供给模型，而不是依赖模型参数记忆。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这个项目不是单纯的聊天页面，而是一个有知识库边界的产品知识助手。它的价值来自上传、检索、隔离、生成和来源展示组成的闭环。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项目功能覆盖前端交互、后端接口、文档上传、向量检索和模型生成。来源证据面板默认折叠，但需要时可以展开检查依据。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技术栈选择偏实用：前端用于快速构建页面，FastAPI 提供清晰接口，Qdrant 负责向量检索，模型层可以接入 DeepSeek 或其他 OpenAI-compatible 服务。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系统架构有明确分层。业务接口不直接拼接 Qdrant 查询，而是经过检索服务；生成服务也只接收检索后的 sources，便于控制边界和测试。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上传流程把原始文档变成可检索的向量片段。每个片段都会保存产品线、版本、文件名和 chunk index，这些元数据是后续隔离检索的关键。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问答链路中最重要的是 scope。问题不会在全部文档里搜索，而是在指定产品线和版本内搜索，这能减少跨产品、跨版本污染。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隔离机制是项目的核心可靠性设计。没有隔离时，向量相似度可能把相似条款从其他产品或版本中找出来，导致答案看似合理但实际错误。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生成服务不是无条件调用模型。它会先检查是否有来源，条款类问题还会尝试精确抽取。这样可以减少模型改写带来的风险。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响应结构不只返回一段答案，还返回来源、摘要和生成状态。这样前端可以展示证据，也方便后续做审计和质量分析。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前端设计服务于两个核心动作：上传知识和查询知识。来源默认折叠是为了保持问答体验简洁，同时保留可验证性。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测试覆盖重点不是 UI 细节，而是知识边界和接口契约。特别是跨版本泄漏测试，直接对应产品知识问答中最危险的问题。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幻觉的危险在于它通常不是语法错误，而是事实错误。对企业知识库来说，最怕的是模型把不确定的内容说得非常确定。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在产品问答场景里，幻觉常常发生在功能、版本、价格、限制条件这些边界上。这些内容一旦答错，可能直接影响客户决策。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这些策略不能百分之百消除幻觉，但能明显降低幻觉概率。核心思想是让模型围绕证据组织语言，而不是凭通用知识猜测。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能降低幻觉，但不能保证永远正确。检索质量、文档质量和 prompt 约束都会影响最终答案，所以仍需要质量监控和人工兜底。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 成本不是只来自用户的问题。RAG 会把检索片段放进上下文，这部分通常远大于用户问题本身，是成本优化的重点。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这里是基于参数的粗略估算，不是实际 API usage 日志。它说明默认 top_k=4 比较稳，但在简单问题上会带来明显上下文冗余。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这页给出单次问答预算。实际数值会随问题长度、片段长度、模型实现和工具调用方式变化。项目目前还没有记录实际 token usage。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优化 token 的关键不是一味减少上下文，而是动态选择足够的上下文。简单问题少拿片段，复杂问题保留更多证据。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后续重点是可运营性和可靠性。除了功能扩展，更重要的是能观测成本、质量和失败场景。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最后总结：这个项目的核心不是单纯把模型接进来，而是围绕文档、版本、证据和成本建立可控的问答系统。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本页用于收尾和讨论。可以引导听众围绕业务落地、数据质量、模型选择和成本优化继续提问。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aiAgent\docs\ppt\qdrant-knowledge-assistant-rag\origin_image\slide_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E:\aiAgent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Qdrant Knowledge Assistant 项目汇报</dc:title>
  <dc:subject>Qdrant Knowledge Assistant RAG project</dc:subject>
  <dc:creator>Codex</dc:creator>
  <cp:lastModifiedBy>Codex</cp:lastModifiedBy>
  <cp:revision>1</cp:revision>
  <dcterms:created xsi:type="dcterms:W3CDTF">2026-05-14T09:43:51Z</dcterms:created>
  <dcterms:modified xsi:type="dcterms:W3CDTF">2026-05-14T09:43:51Z</dcterms:modified>
</cp:coreProperties>
</file>